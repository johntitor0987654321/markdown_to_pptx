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dia/media1.wav" ContentType="audio/x-wav"/>
  <Override PartName="/ppt/media/media2.wav" ContentType="audio/x-wav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スライド - 矩形とサブタイトル">
  <p:cSld name="タイトルスライド - 矩形とサブタイトル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1739900" y="2194689"/>
            <a:ext cx="71217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8"/>
          <p:cNvSpPr/>
          <p:nvPr/>
        </p:nvSpPr>
        <p:spPr>
          <a:xfrm>
            <a:off x="0" y="2247451"/>
            <a:ext cx="1619100" cy="64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箇条書きスライド">
  <p:cSld name="箇条書きスライド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63550" y="235739"/>
            <a:ext cx="8343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5340350" y="481166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63550" y="832354"/>
            <a:ext cx="84267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■"/>
              <a:defRPr sz="1600"/>
            </a:lvl1pPr>
            <a:lvl2pPr indent="-3048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2pPr>
            <a:lvl3pPr indent="-3048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左右 - 番号付き箇条書き">
  <p:cSld name="左右 - 番号付き箇条書き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/>
          <p:nvPr/>
        </p:nvSpPr>
        <p:spPr>
          <a:xfrm>
            <a:off x="0" y="0"/>
            <a:ext cx="3788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5"/>
          <p:cNvSpPr txBox="1"/>
          <p:nvPr>
            <p:ph type="title"/>
          </p:nvPr>
        </p:nvSpPr>
        <p:spPr>
          <a:xfrm>
            <a:off x="428172" y="1025741"/>
            <a:ext cx="3055200" cy="30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5340350" y="481166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4085772" y="891917"/>
            <a:ext cx="4550400" cy="3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AutoNum type="arabicPeriod"/>
              <a:defRPr sz="1600"/>
            </a:lvl1pPr>
            <a:lvl2pPr indent="-2857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63550" y="235739"/>
            <a:ext cx="8343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63550" y="975025"/>
            <a:ext cx="8337600" cy="3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/>
          <p:nvPr/>
        </p:nvSpPr>
        <p:spPr>
          <a:xfrm>
            <a:off x="8521700" y="4767269"/>
            <a:ext cx="368400" cy="3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7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" name="Google Shape;10;p7"/>
          <p:cNvSpPr txBox="1"/>
          <p:nvPr>
            <p:ph idx="11" type="ftr"/>
          </p:nvPr>
        </p:nvSpPr>
        <p:spPr>
          <a:xfrm>
            <a:off x="5340350" y="481166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B9B9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/>
          <p:nvPr/>
        </p:nvSpPr>
        <p:spPr>
          <a:xfrm>
            <a:off x="-6350" y="295012"/>
            <a:ext cx="368400" cy="3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wav"/><Relationship Id="rId3" Type="http://schemas.openxmlformats.org/officeDocument/2006/relationships/audio" Target="../media/media1.wav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wav"/><Relationship Id="rId3" Type="http://schemas.openxmlformats.org/officeDocument/2006/relationships/audio" Target="../media/media2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auto_pptx</a:t>
            </a:r>
          </a:p>
          <a:p>
            <a:r>
              <a:t>Markdown からナレーション付き PowerPoint を作るサンプル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なぜこれを使うか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550" y="832354"/>
            <a:ext cx="8426700" cy="1758645"/>
          </a:xfrm>
        </p:spPr>
        <p:txBody>
          <a:bodyPr/>
          <a:lstStyle/>
          <a:p>
            <a:pPr/>
            <a:r>
              <a:t>テンプレート通りに崩れない</a:t>
            </a:r>
          </a:p>
          <a:p>
            <a:pPr/>
            <a:r>
              <a:t>無料でローカル完結</a:t>
            </a:r>
          </a:p>
          <a:p>
            <a:pPr/>
            <a:r>
              <a:t>開発環境の構築が不要</a:t>
            </a:r>
          </a:p>
        </p:txBody>
      </p:sp>
      <p:sp>
        <p:nvSpPr>
          <p:cNvPr id="4" name="Google Shape;17;p9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5" name="slide-2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3550" y="2728159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550" y="832354"/>
            <a:ext cx="8426700" cy="1758645"/>
          </a:xfrm>
        </p:spPr>
        <p:txBody>
          <a:bodyPr/>
          <a:lstStyle/>
          <a:p>
            <a:pPr/>
            <a:r>
              <a:t>箇条書きの Markdown を書くだけ</a:t>
            </a:r>
          </a:p>
          <a:p>
            <a:pPr/>
            <a:r>
              <a:t>画像は使わず、テキストとナレーションだけで構成する</a:t>
            </a:r>
          </a:p>
        </p:txBody>
      </p:sp>
      <p:sp>
        <p:nvSpPr>
          <p:cNvPr id="4" name="Google Shape;17;p9"/>
          <p:cNvSpPr txBox="1"/>
          <p:nvPr>
            <p:ph idx="12" type="sldNum"/>
          </p:nvPr>
        </p:nvSpPr>
        <p:spPr>
          <a:xfrm>
            <a:off x="8521700" y="4811726"/>
            <a:ext cx="368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5" name="slide-3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3550" y="2728159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anus - Contents">
  <a:themeElements>
    <a:clrScheme name="Uranus">
      <a:dk1>
        <a:srgbClr val="5F5F5F"/>
      </a:dk1>
      <a:lt1>
        <a:srgbClr val="FFFFFF"/>
      </a:lt1>
      <a:dk2>
        <a:srgbClr val="777777"/>
      </a:dk2>
      <a:lt2>
        <a:srgbClr val="EEECE1"/>
      </a:lt2>
      <a:accent1>
        <a:srgbClr val="30A3B3"/>
      </a:accent1>
      <a:accent2>
        <a:srgbClr val="CC6B9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0A3B3"/>
      </a:hlink>
      <a:folHlink>
        <a:srgbClr val="237A8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