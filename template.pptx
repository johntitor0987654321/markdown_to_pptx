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7914fdfbf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f7914fdfbf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スライド - 矩形とサブタイトル">
  <p:cSld name="タイトルスライド - 矩形とサブタイトル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1739900" y="2194689"/>
            <a:ext cx="7121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8"/>
          <p:cNvSpPr/>
          <p:nvPr/>
        </p:nvSpPr>
        <p:spPr>
          <a:xfrm>
            <a:off x="0" y="2247451"/>
            <a:ext cx="1619100" cy="64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箇条書きスライド">
  <p:cSld name="箇条書きスライド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63550" y="235739"/>
            <a:ext cx="8343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5340350" y="481166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63550" y="832354"/>
            <a:ext cx="8426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■"/>
              <a:defRPr sz="1600"/>
            </a:lvl1pPr>
            <a:lvl2pPr indent="-3048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2pPr>
            <a:lvl3pPr indent="-3048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左右 - 番号付き箇条書き">
  <p:cSld name="左右 - 番号付き箇条書き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/>
          <p:nvPr/>
        </p:nvSpPr>
        <p:spPr>
          <a:xfrm>
            <a:off x="0" y="0"/>
            <a:ext cx="3788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5"/>
          <p:cNvSpPr txBox="1"/>
          <p:nvPr>
            <p:ph type="title"/>
          </p:nvPr>
        </p:nvSpPr>
        <p:spPr>
          <a:xfrm>
            <a:off x="428172" y="1025741"/>
            <a:ext cx="3055200" cy="30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5340350" y="481166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4085772" y="891917"/>
            <a:ext cx="4550400" cy="3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AutoNum type="arabicPeriod"/>
              <a:defRPr sz="1600"/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63550" y="235739"/>
            <a:ext cx="8343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63550" y="975025"/>
            <a:ext cx="83376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/>
          <p:nvPr/>
        </p:nvSpPr>
        <p:spPr>
          <a:xfrm>
            <a:off x="8521700" y="4767269"/>
            <a:ext cx="368400" cy="3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7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" name="Google Shape;10;p7"/>
          <p:cNvSpPr txBox="1"/>
          <p:nvPr>
            <p:ph idx="11" type="ftr"/>
          </p:nvPr>
        </p:nvSpPr>
        <p:spPr>
          <a:xfrm>
            <a:off x="5340350" y="481166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B9B9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/>
          <p:nvPr/>
        </p:nvSpPr>
        <p:spPr>
          <a:xfrm>
            <a:off x="-6350" y="295012"/>
            <a:ext cx="368400" cy="3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>
            <p:ph type="title"/>
          </p:nvPr>
        </p:nvSpPr>
        <p:spPr>
          <a:xfrm>
            <a:off x="1739900" y="2194689"/>
            <a:ext cx="7121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ja" sz="2700">
                <a:latin typeface="Arial"/>
                <a:ea typeface="Arial"/>
                <a:cs typeface="Arial"/>
                <a:sym typeface="Arial"/>
              </a:rPr>
              <a:t>create_pptx サンプル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ja" sz="2700">
                <a:latin typeface="Arial"/>
                <a:ea typeface="Arial"/>
                <a:cs typeface="Arial"/>
                <a:sym typeface="Arial"/>
              </a:rPr>
              <a:t>発表者名 / 2026-08-22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7914fdfbf_2_4"/>
          <p:cNvSpPr txBox="1"/>
          <p:nvPr>
            <p:ph type="title"/>
          </p:nvPr>
        </p:nvSpPr>
        <p:spPr>
          <a:xfrm>
            <a:off x="428172" y="1025741"/>
            <a:ext cx="3055200" cy="30921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目次</a:t>
            </a:r>
            <a:endParaRPr/>
          </a:p>
        </p:txBody>
      </p:sp>
      <p:sp>
        <p:nvSpPr>
          <p:cNvPr id="36" name="Google Shape;36;g3f7914fdfbf_2_4"/>
          <p:cNvSpPr txBox="1"/>
          <p:nvPr>
            <p:ph idx="1" type="body"/>
          </p:nvPr>
        </p:nvSpPr>
        <p:spPr>
          <a:xfrm>
            <a:off x="4085772" y="891917"/>
            <a:ext cx="4550400" cy="3359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-381000" lvl="0" marL="457200" rtl="0" algn="l">
              <a:spcBef>
                <a:spcPts val="2100"/>
              </a:spcBef>
              <a:spcAft>
                <a:spcPts val="0"/>
              </a:spcAft>
              <a:buSzPts val="2400"/>
              <a:buChar char=""/>
            </a:pPr>
            <a:r>
              <a:rPr lang="ja"/>
              <a:t>あああ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"/>
            </a:pPr>
            <a:r>
              <a:rPr lang="ja"/>
              <a:t>あああ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"/>
            </a:pPr>
            <a:r>
              <a:rPr lang="ja"/>
              <a:t>あああ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/>
          <p:nvPr>
            <p:ph type="title"/>
          </p:nvPr>
        </p:nvSpPr>
        <p:spPr>
          <a:xfrm>
            <a:off x="463550" y="235739"/>
            <a:ext cx="8343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ja"/>
              <a:t>章</a:t>
            </a:r>
            <a:endParaRPr/>
          </a:p>
        </p:txBody>
      </p:sp>
      <p:sp>
        <p:nvSpPr>
          <p:cNvPr id="42" name="Google Shape;42;p2"/>
          <p:cNvSpPr txBox="1"/>
          <p:nvPr>
            <p:ph idx="1" type="body"/>
          </p:nvPr>
        </p:nvSpPr>
        <p:spPr>
          <a:xfrm>
            <a:off x="463550" y="832354"/>
            <a:ext cx="8426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</a:pPr>
            <a:r>
              <a:rPr lang="ja"/>
              <a:t>ほげ</a:t>
            </a:r>
            <a:endParaRPr/>
          </a:p>
          <a:p>
            <a:pPr indent="-3302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</a:pPr>
            <a:r>
              <a:rPr lang="ja"/>
              <a:t>ほげ</a:t>
            </a:r>
            <a:endParaRPr/>
          </a:p>
          <a:p>
            <a:pPr indent="-3302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</a:pPr>
            <a:r>
              <a:rPr lang="ja"/>
              <a:t>ほげ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anus - Contents">
  <a:themeElements>
    <a:clrScheme name="Uranus">
      <a:dk1>
        <a:srgbClr val="5F5F5F"/>
      </a:dk1>
      <a:lt1>
        <a:srgbClr val="FFFFFF"/>
      </a:lt1>
      <a:dk2>
        <a:srgbClr val="777777"/>
      </a:dk2>
      <a:lt2>
        <a:srgbClr val="EEECE1"/>
      </a:lt2>
      <a:accent1>
        <a:srgbClr val="30A3B3"/>
      </a:accent1>
      <a:accent2>
        <a:srgbClr val="CC6B9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A3B3"/>
      </a:hlink>
      <a:folHlink>
        <a:srgbClr val="237A8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